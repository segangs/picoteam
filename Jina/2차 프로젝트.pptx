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A"/>
    <a:srgbClr val="0A2249"/>
    <a:srgbClr val="EA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1EEBE-16F3-FF24-2793-7B252BE14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23-7D70-FAC6-DB1E-02E8BC32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B31A7-C71D-5F63-BB56-497CD8FB0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92B08A-A1D9-5ADE-F0C2-2B1C54E1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BE93C-7DB7-BF98-A8F2-B721426A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68936-4BE8-7EB5-26E0-54013A37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148DC-B90D-05C8-4D00-EBD879005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35FA7-59D0-1D9A-2D80-B8E44519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709AC-AB56-B413-254E-38B0AF95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A07B0-BEA5-64E8-C536-2473A63E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7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BFED9-F6E1-3F4A-EA29-C274C14D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0B0CCC-F745-E8CF-1680-E65CF91D5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2E30E-2A59-0BD0-2E3C-3937C490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62013-D585-2D75-3E25-5BADFF79C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6AA9D-2BA5-E7CB-44EC-21290E76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82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918FB-846B-C1E8-3582-7655154C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DF8E6B-9CAB-E785-53C8-401A9D53E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513E44-8719-2627-C1FB-51018002B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74499A-B6DD-74C6-1F92-0538C952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68F5EB-B775-779D-6498-8D450B65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DAB117-0C2D-7E1F-F3C9-3A65EE2C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4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B4FD5-4177-75FB-8259-3EB17964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E6A425-717A-9F5D-BCE7-1D7D4C5C1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7742AD-1BBB-0E34-E3A3-62A808404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3A2596-A83E-3A1D-3E00-E9BC7537D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3D9075-9430-63B3-E653-756068DD3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8BEF5D-4E62-7C04-2E76-8FF2341E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8B4FCB-703C-8998-C604-F0FD2A563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301E6D-BD68-6622-6910-792A87BD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97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99DB8-19E1-38B9-51A1-78C59848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9671F3-A6DB-28F2-6A28-4E5FF02B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BF5975-796A-1A81-CB69-F1885361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F44554-0493-B4CD-9CBB-90C84C4B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15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0B4478-4177-9512-936B-A3EC124E9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1CE5EF-E64D-D3AA-3766-1DE96B15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78D61-2F61-4CFF-B0FD-9662C7AC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9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BE567-F82F-1D58-920D-0341B0D8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873C37-9628-5193-5742-A0C24F15A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482191-0523-81ED-70FC-EF91E0FA2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42FC56-621D-F739-4EE6-067734F1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BE7689-DA45-6BCA-C075-35B6B5E9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BFCEE8-820B-8143-5432-5571FABC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60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4F45F-C426-78A6-737F-C414B43D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9B80BB-B9FC-45B9-B973-3AEE5B8F2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8A7DE1-FBCF-49BA-3106-3FCFC7021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83492C-5596-B24E-803D-6E9C5ECC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5ED6D9-D217-7F23-F0D9-CA6FB304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F23974-BA29-35C1-705E-407B8FDE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5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92CED-3738-037D-BE9F-7DDA9A9B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AEDB9B-A311-B444-E71A-709BD3D22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E8F475-305D-D87B-29F9-737B981D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96B2D-C0BB-8B51-49F5-6CE35BCF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A77F8E-2AC1-BF1D-B5A9-B5630639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91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E99915-E127-764A-99E9-54E57947F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B79AFB-31A2-60B4-8B14-D86359113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C10F3-9957-AADE-5B64-E8E2E0912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BE3953-4F14-1CDD-DA35-F04400C9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6C5D11-7591-F520-A18A-0676079B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58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BDDF16-0B7B-DB84-59E8-D5818DA6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A88A3-B44D-7C3B-6AFB-D2B3193ED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3514FD-83E1-5629-5796-D7338944C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0717B-DB3A-46DE-9D1F-0CD0F960EAD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C92FEE-5B97-B575-CBB7-EECC2610F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C6F1D6-CFFA-64A2-4BB6-7B308F8D8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783A9-0138-45AD-812F-11D0D399E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787BA6-F899-DA1D-8486-2B52C4711E19}"/>
              </a:ext>
            </a:extLst>
          </p:cNvPr>
          <p:cNvSpPr/>
          <p:nvPr/>
        </p:nvSpPr>
        <p:spPr>
          <a:xfrm>
            <a:off x="0" y="0"/>
            <a:ext cx="12192000" cy="6856912"/>
          </a:xfrm>
          <a:prstGeom prst="rect">
            <a:avLst/>
          </a:prstGeom>
          <a:solidFill>
            <a:srgbClr val="FAF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AD1BA8-DD5F-0048-64AA-6BDD9BC9315F}"/>
              </a:ext>
            </a:extLst>
          </p:cNvPr>
          <p:cNvSpPr/>
          <p:nvPr/>
        </p:nvSpPr>
        <p:spPr>
          <a:xfrm>
            <a:off x="-1" y="0"/>
            <a:ext cx="12192001" cy="4874604"/>
          </a:xfrm>
          <a:prstGeom prst="rect">
            <a:avLst/>
          </a:prstGeom>
          <a:solidFill>
            <a:srgbClr val="0A22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84531F-BF2B-BFB3-D109-37CA79F61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411024"/>
            <a:ext cx="9144000" cy="2387600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Refrigerator Guardian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144084-B487-2F00-9696-8FE143A2A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9"/>
          <a:stretch>
            <a:fillRect/>
          </a:stretch>
        </p:blipFill>
        <p:spPr>
          <a:xfrm>
            <a:off x="10067924" y="4874604"/>
            <a:ext cx="1963005" cy="1982309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E0C2CFD-7EB8-A8FD-6B67-0FD831F4ACF3}"/>
              </a:ext>
            </a:extLst>
          </p:cNvPr>
          <p:cNvCxnSpPr>
            <a:cxnSpLocks/>
          </p:cNvCxnSpPr>
          <p:nvPr/>
        </p:nvCxnSpPr>
        <p:spPr>
          <a:xfrm>
            <a:off x="1402080" y="3230880"/>
            <a:ext cx="9765574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A61B6EC-E36F-D77E-CE6F-DBE9C3368680}"/>
              </a:ext>
            </a:extLst>
          </p:cNvPr>
          <p:cNvCxnSpPr>
            <a:cxnSpLocks/>
          </p:cNvCxnSpPr>
          <p:nvPr/>
        </p:nvCxnSpPr>
        <p:spPr>
          <a:xfrm>
            <a:off x="142195" y="4487535"/>
            <a:ext cx="100443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EABE218-9DD7-44FC-009A-D29AA68B4B53}"/>
              </a:ext>
            </a:extLst>
          </p:cNvPr>
          <p:cNvSpPr txBox="1"/>
          <p:nvPr/>
        </p:nvSpPr>
        <p:spPr>
          <a:xfrm>
            <a:off x="142195" y="3798624"/>
            <a:ext cx="1004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AI Refrigerator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Guardian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432E22-D093-77C1-940E-6F0E2C18D097}"/>
              </a:ext>
            </a:extLst>
          </p:cNvPr>
          <p:cNvSpPr txBox="1"/>
          <p:nvPr/>
        </p:nvSpPr>
        <p:spPr>
          <a:xfrm>
            <a:off x="1633973" y="1473339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AI</a:t>
            </a:r>
            <a:r>
              <a:rPr lang="ko-KR" alt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가 식품 안전 시간을 예측합니다</a:t>
            </a:r>
            <a:r>
              <a:rPr lang="en-US" altLang="ko-KR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  <a:endParaRPr lang="ko-KR" alt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75FDF9-3BDB-A255-B6EB-9D3A8AFED3B7}"/>
              </a:ext>
            </a:extLst>
          </p:cNvPr>
          <p:cNvSpPr txBox="1"/>
          <p:nvPr/>
        </p:nvSpPr>
        <p:spPr>
          <a:xfrm>
            <a:off x="1633973" y="3290763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AI</a:t>
            </a:r>
            <a:r>
              <a:rPr lang="ko-KR" alt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기반 냉장</a:t>
            </a:r>
            <a:r>
              <a:rPr lang="en-US" altLang="ko-K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냉동 식품 안전 관리 시스템</a:t>
            </a:r>
            <a:r>
              <a:rPr lang="en-US" altLang="ko-K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</a:t>
            </a:r>
            <a:endParaRPr lang="ko-KR" alt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A3DFED1-C2BA-2BBD-1F73-F56DE506C5E2}"/>
              </a:ext>
            </a:extLst>
          </p:cNvPr>
          <p:cNvSpPr/>
          <p:nvPr/>
        </p:nvSpPr>
        <p:spPr>
          <a:xfrm>
            <a:off x="1633973" y="4092694"/>
            <a:ext cx="1368757" cy="46020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IoT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5A0BB56-6405-43FD-C74E-1C3A522AA512}"/>
              </a:ext>
            </a:extLst>
          </p:cNvPr>
          <p:cNvSpPr/>
          <p:nvPr/>
        </p:nvSpPr>
        <p:spPr>
          <a:xfrm>
            <a:off x="3642325" y="4077706"/>
            <a:ext cx="1368757" cy="46020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AI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212EFEF-CE2C-80BC-A78B-60D4B066851E}"/>
              </a:ext>
            </a:extLst>
          </p:cNvPr>
          <p:cNvSpPr/>
          <p:nvPr/>
        </p:nvSpPr>
        <p:spPr>
          <a:xfrm>
            <a:off x="5593081" y="4077706"/>
            <a:ext cx="1584942" cy="46020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accent1">
                    <a:lumMod val="75000"/>
                  </a:schemeClr>
                </a:solidFill>
              </a:rPr>
              <a:t>Dashborad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33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6BA0763-CB40-1CA7-CED5-0AF3B5A16814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FFECB9-AF13-5D70-A0AD-8D1212687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 </a:t>
            </a:r>
            <a:r>
              <a:rPr lang="ko-KR" altLang="en-US" dirty="0"/>
              <a:t>제목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8052CFA-0590-3790-F067-6774AEDA1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125" y="130575"/>
            <a:ext cx="1564855" cy="1560113"/>
          </a:xfr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EC05139-6BBC-D45E-CD73-3202E69391AE}"/>
              </a:ext>
            </a:extLst>
          </p:cNvPr>
          <p:cNvSpPr/>
          <p:nvPr/>
        </p:nvSpPr>
        <p:spPr>
          <a:xfrm>
            <a:off x="-1" y="0"/>
            <a:ext cx="1390261" cy="6858000"/>
          </a:xfrm>
          <a:prstGeom prst="rect">
            <a:avLst/>
          </a:prstGeom>
          <a:solidFill>
            <a:srgbClr val="0A22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0049C-362E-040B-4D7D-39A9591D16FD}"/>
              </a:ext>
            </a:extLst>
          </p:cNvPr>
          <p:cNvSpPr txBox="1"/>
          <p:nvPr/>
        </p:nvSpPr>
        <p:spPr>
          <a:xfrm>
            <a:off x="243712" y="145718"/>
            <a:ext cx="902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</a:rPr>
              <a:t>01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1EBC0A-C2F6-02C2-8D18-8CCE4BB05DB6}"/>
              </a:ext>
            </a:extLst>
          </p:cNvPr>
          <p:cNvSpPr txBox="1"/>
          <p:nvPr/>
        </p:nvSpPr>
        <p:spPr>
          <a:xfrm>
            <a:off x="142195" y="5901204"/>
            <a:ext cx="1004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AI Refrigerator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Guardian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3177A19-CD7E-D491-C45D-C0B44E8CD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" y="960523"/>
            <a:ext cx="1073854" cy="92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95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6634FCC-27ED-A4BF-63BA-C0DDF52AB0D1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A3DA617-D5EF-33EF-C99E-96704D9C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/>
              <a:t>감사합니다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1242C4-8AE0-72ED-1F6D-21238DD88E9F}"/>
              </a:ext>
            </a:extLst>
          </p:cNvPr>
          <p:cNvSpPr/>
          <p:nvPr/>
        </p:nvSpPr>
        <p:spPr>
          <a:xfrm>
            <a:off x="-1" y="0"/>
            <a:ext cx="1390261" cy="6858000"/>
          </a:xfrm>
          <a:prstGeom prst="rect">
            <a:avLst/>
          </a:prstGeom>
          <a:solidFill>
            <a:srgbClr val="0A22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5D05D0-C7F8-EBD7-D7B7-6601FB60E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2" y="4615543"/>
            <a:ext cx="2249508" cy="224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6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34</Words>
  <Application>Microsoft Office PowerPoint</Application>
  <PresentationFormat>와이드스크린</PresentationFormat>
  <Paragraphs>13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AI Refrigerator Guardian </vt:lpstr>
      <vt:lpstr>   제목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korea_hrd_1_14</dc:creator>
  <cp:lastModifiedBy>korea_hrd_1_14</cp:lastModifiedBy>
  <cp:revision>6</cp:revision>
  <dcterms:created xsi:type="dcterms:W3CDTF">2026-06-04T01:40:28Z</dcterms:created>
  <dcterms:modified xsi:type="dcterms:W3CDTF">2026-06-04T03:04:20Z</dcterms:modified>
</cp:coreProperties>
</file>